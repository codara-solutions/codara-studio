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</c:v>
                </c:pt>
                <c:pt idx="1">
                  <c:v>24.0</c:v>
                </c:pt>
                <c:pt idx="2">
                  <c:v>31.0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Chasqui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pptx render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  <a:p>
            <a:r>
              <a:t>Third bullet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42ms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42D6C7"/>
                </a:solidFill>
              </a:rPr>
              <a:t>Closing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